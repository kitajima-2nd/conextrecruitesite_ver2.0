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56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A7EB2-5475-9888-8B87-C5CC6F67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8B3378-E314-BCA8-F2C9-2F4B82DD9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5F73CC-F164-B8B5-1FD2-CA754B96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06A494-570F-41DA-FCAB-CFE43B70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5D6C0A-65D0-984A-088D-57464F69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905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F161BA-ACE6-6E94-98BC-EC6F461E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852632-5304-3103-0FCB-E528C16E2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5FAE2-E8C8-422E-E611-E348AB88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4FA009-8CFB-CEDA-D655-B57E2B8D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7D6EBC-CC71-3B61-7E9E-6B827892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59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7DBA0-5121-4014-3F91-AD6947BD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D46D71-28E6-94C8-D334-5839907F2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4975FC-19F5-E0CF-F233-836FF489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B1A96-54C4-9C1E-D807-F500C6F3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75A89-7CA3-07B1-5E51-5259E702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37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E8585-F32C-4A16-5FA1-AE9E41F6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9D89C4-D4D8-5DE5-E6E3-BA8ACDC4F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77730F-3604-47BD-4A38-C92EB2860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62BE97-1850-2B72-6E38-C66219EB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3682F4-F38B-9FA1-E11B-9A4CD08F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8A6686-9CCA-A78B-5C43-AD37633F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64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28F0D-177E-4247-9FB8-027440B1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B47ED3-3D87-9234-8663-FCA29F2F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C71958-36F4-7AF2-C67D-F2F0BCCBC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8A629F-31CB-DEF6-55F8-9858C4FDB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F89298-4EBC-DEC1-4285-89D301620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DB7C1F-70D1-7332-355B-6AD6AF96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71F9B5-D63C-672E-2DBB-A88A6724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9B419F2-942C-B577-06D5-905A4C55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96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3AB72-6B64-F8B7-3CC7-61EAB875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684700-7948-54B0-501C-239695BB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9877D0-ED48-BEF6-CA0E-FD4FAB2E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E624C8-BAD9-AFAE-13CD-814039D2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49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904F2B-83BE-B2AA-7B32-80E07429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53F29F-29CE-0271-FC9D-D2F3CAFC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EF5DB9-DE9B-9FEC-94A0-BCA7CD24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65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56C65-70EE-83E4-2ECA-45C7806E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337EA8-9A93-E40C-A506-5F4D11FFB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1AAB11-A4A1-AFF6-92C1-7A06A5300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3A6301-A8DA-657D-F690-80CB74F4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DD2B56-633B-E821-4339-ABA3CF3C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389F48-1244-23CD-DE02-8F7E9FE8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78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E1D4A-48A4-94FE-A23F-FA1BE4E5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A9AB9D-5B22-9A8E-D4FA-05C00A371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39CE81-7BAF-FEC8-6C19-20F3A73CA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0FD7E2-8273-54EA-F9DD-2F073DAE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BAF22E-9744-6B97-A757-EBF88930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E773AB-9A43-DA13-A98D-FF82C1A6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70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5E997-CDBD-4EC2-D42F-B4E01720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E99503-20CD-3E16-B3C4-64F24AFA2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1872E6-28DC-AAF3-8C68-051A0A75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CF2B51-0829-8FD1-8E05-0A121E88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51F3FE-5976-9BF3-11FC-8E70DF5B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51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D80DA5-E93C-6B07-BB2C-2FFEA3E04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44D05B-7EB8-EAA3-D06B-28EC7B850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11F48E-DA77-8185-82C9-C418EE4A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C05962-D816-21F3-245A-E0359C13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E9FC6-28AA-C36E-CF64-0741B675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55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BE8658-0A05-26D4-5B13-863511009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866B23-F851-108F-8FB6-01BD9668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353BE8-9887-82E7-BD12-1012F70AA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1EB30-8A98-4030-9ED1-332680AB8C03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9C9DB7-18F9-6ADE-FB1A-D582C5132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D781F2-6288-360E-3CB2-CDDECF4D8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8CC4A-5836-40A4-88A0-90614B9D53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12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3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.jpg"/><Relationship Id="rId5" Type="http://schemas.openxmlformats.org/officeDocument/2006/relationships/image" Target="../media/image6.jpg"/><Relationship Id="rId15" Type="http://schemas.openxmlformats.org/officeDocument/2006/relationships/image" Target="../media/image2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1ADF534-A7D8-712C-AFB1-D2FB6C55E0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六角形 8">
            <a:extLst>
              <a:ext uri="{FF2B5EF4-FFF2-40B4-BE49-F238E27FC236}">
                <a16:creationId xmlns:a16="http://schemas.microsoft.com/office/drawing/2014/main" id="{860A22A1-C164-6C19-0891-1CC9A61C15D4}"/>
              </a:ext>
            </a:extLst>
          </p:cNvPr>
          <p:cNvSpPr/>
          <p:nvPr/>
        </p:nvSpPr>
        <p:spPr>
          <a:xfrm>
            <a:off x="-794328" y="-241301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六角形 9">
            <a:extLst>
              <a:ext uri="{FF2B5EF4-FFF2-40B4-BE49-F238E27FC236}">
                <a16:creationId xmlns:a16="http://schemas.microsoft.com/office/drawing/2014/main" id="{87496E0B-7816-926D-8E29-6C2DD3770369}"/>
              </a:ext>
            </a:extLst>
          </p:cNvPr>
          <p:cNvSpPr/>
          <p:nvPr/>
        </p:nvSpPr>
        <p:spPr>
          <a:xfrm>
            <a:off x="362610" y="356754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六角形 10">
            <a:extLst>
              <a:ext uri="{FF2B5EF4-FFF2-40B4-BE49-F238E27FC236}">
                <a16:creationId xmlns:a16="http://schemas.microsoft.com/office/drawing/2014/main" id="{C30D3862-0F7D-FAE1-E97C-A2175C6B50CA}"/>
              </a:ext>
            </a:extLst>
          </p:cNvPr>
          <p:cNvSpPr/>
          <p:nvPr/>
        </p:nvSpPr>
        <p:spPr>
          <a:xfrm>
            <a:off x="1519548" y="-287482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六角形 11">
            <a:extLst>
              <a:ext uri="{FF2B5EF4-FFF2-40B4-BE49-F238E27FC236}">
                <a16:creationId xmlns:a16="http://schemas.microsoft.com/office/drawing/2014/main" id="{8CB53D73-5403-73E6-9C45-9243765A772C}"/>
              </a:ext>
            </a:extLst>
          </p:cNvPr>
          <p:cNvSpPr/>
          <p:nvPr/>
        </p:nvSpPr>
        <p:spPr>
          <a:xfrm>
            <a:off x="1519548" y="932876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六角形 12">
            <a:extLst>
              <a:ext uri="{FF2B5EF4-FFF2-40B4-BE49-F238E27FC236}">
                <a16:creationId xmlns:a16="http://schemas.microsoft.com/office/drawing/2014/main" id="{FB8DF042-E323-FEFF-77E4-4CF1856F2DCB}"/>
              </a:ext>
            </a:extLst>
          </p:cNvPr>
          <p:cNvSpPr/>
          <p:nvPr/>
        </p:nvSpPr>
        <p:spPr>
          <a:xfrm>
            <a:off x="362610" y="-880918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六角形 13">
            <a:extLst>
              <a:ext uri="{FF2B5EF4-FFF2-40B4-BE49-F238E27FC236}">
                <a16:creationId xmlns:a16="http://schemas.microsoft.com/office/drawing/2014/main" id="{929EBDB3-93DA-0F39-F5AC-F4212DEF0DFD}"/>
              </a:ext>
            </a:extLst>
          </p:cNvPr>
          <p:cNvSpPr/>
          <p:nvPr/>
        </p:nvSpPr>
        <p:spPr>
          <a:xfrm>
            <a:off x="-803798" y="957116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7ADF29-77B6-BA9E-05B4-78B4AABBD5D3}"/>
              </a:ext>
            </a:extLst>
          </p:cNvPr>
          <p:cNvSpPr txBox="1"/>
          <p:nvPr/>
        </p:nvSpPr>
        <p:spPr>
          <a:xfrm>
            <a:off x="518570" y="3598860"/>
            <a:ext cx="43362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b="1" u="sng" dirty="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Be a</a:t>
            </a:r>
          </a:p>
          <a:p>
            <a:r>
              <a:rPr lang="en-US" altLang="ja-JP" sz="4400" b="1" u="sng" dirty="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Soccer </a:t>
            </a:r>
            <a:r>
              <a:rPr lang="en-US" altLang="ja-JP" sz="4400" b="1" u="sng" dirty="0" err="1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Campany</a:t>
            </a:r>
            <a:r>
              <a:rPr lang="en-US" altLang="ja-JP" sz="4400" b="1" u="sng" dirty="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.</a:t>
            </a:r>
            <a:endParaRPr kumimoji="1" lang="ja-JP" altLang="en-US" sz="4400" b="1" u="sng" dirty="0">
              <a:solidFill>
                <a:schemeClr val="bg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5" name="六角形 14">
            <a:extLst>
              <a:ext uri="{FF2B5EF4-FFF2-40B4-BE49-F238E27FC236}">
                <a16:creationId xmlns:a16="http://schemas.microsoft.com/office/drawing/2014/main" id="{61AD44A5-E21C-39AC-3B19-AA66B6898D3C}"/>
              </a:ext>
            </a:extLst>
          </p:cNvPr>
          <p:cNvSpPr/>
          <p:nvPr/>
        </p:nvSpPr>
        <p:spPr>
          <a:xfrm>
            <a:off x="357875" y="1577112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六角形 15">
            <a:extLst>
              <a:ext uri="{FF2B5EF4-FFF2-40B4-BE49-F238E27FC236}">
                <a16:creationId xmlns:a16="http://schemas.microsoft.com/office/drawing/2014/main" id="{471636C6-FECA-D0D2-C8DC-57D1636AC65E}"/>
              </a:ext>
            </a:extLst>
          </p:cNvPr>
          <p:cNvSpPr/>
          <p:nvPr/>
        </p:nvSpPr>
        <p:spPr>
          <a:xfrm>
            <a:off x="-794328" y="2167085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六角形 16">
            <a:extLst>
              <a:ext uri="{FF2B5EF4-FFF2-40B4-BE49-F238E27FC236}">
                <a16:creationId xmlns:a16="http://schemas.microsoft.com/office/drawing/2014/main" id="{B52AF280-2450-9FD0-0453-35FDC2878664}"/>
              </a:ext>
            </a:extLst>
          </p:cNvPr>
          <p:cNvSpPr/>
          <p:nvPr/>
        </p:nvSpPr>
        <p:spPr>
          <a:xfrm>
            <a:off x="2662131" y="-920740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六角形 17">
            <a:extLst>
              <a:ext uri="{FF2B5EF4-FFF2-40B4-BE49-F238E27FC236}">
                <a16:creationId xmlns:a16="http://schemas.microsoft.com/office/drawing/2014/main" id="{BD5C4E3A-03FE-9A58-A1E4-D8CF85A061D6}"/>
              </a:ext>
            </a:extLst>
          </p:cNvPr>
          <p:cNvSpPr/>
          <p:nvPr/>
        </p:nvSpPr>
        <p:spPr>
          <a:xfrm>
            <a:off x="2662131" y="289855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六角形 18">
            <a:extLst>
              <a:ext uri="{FF2B5EF4-FFF2-40B4-BE49-F238E27FC236}">
                <a16:creationId xmlns:a16="http://schemas.microsoft.com/office/drawing/2014/main" id="{9BADDAA2-67E9-E8BF-AC5A-7630DCC3ECF4}"/>
              </a:ext>
            </a:extLst>
          </p:cNvPr>
          <p:cNvSpPr/>
          <p:nvPr/>
        </p:nvSpPr>
        <p:spPr>
          <a:xfrm>
            <a:off x="3800206" y="-315442"/>
            <a:ext cx="1320800" cy="1117600"/>
          </a:xfrm>
          <a:prstGeom prst="hexagon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1273F54-ABF1-1FCE-D0BD-C411B0DA7F4A}"/>
              </a:ext>
            </a:extLst>
          </p:cNvPr>
          <p:cNvSpPr txBox="1"/>
          <p:nvPr/>
        </p:nvSpPr>
        <p:spPr>
          <a:xfrm>
            <a:off x="10104582" y="46643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4" name="正方形/長方形 1">
            <a:extLst>
              <a:ext uri="{FF2B5EF4-FFF2-40B4-BE49-F238E27FC236}">
                <a16:creationId xmlns:a16="http://schemas.microsoft.com/office/drawing/2014/main" id="{B671DE84-85C0-D159-D68F-7F93CF520BDF}"/>
              </a:ext>
            </a:extLst>
          </p:cNvPr>
          <p:cNvSpPr/>
          <p:nvPr/>
        </p:nvSpPr>
        <p:spPr>
          <a:xfrm>
            <a:off x="8688397" y="3996739"/>
            <a:ext cx="1083688" cy="1508134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6352" h="1329777">
                <a:moveTo>
                  <a:pt x="2483" y="0"/>
                </a:moveTo>
                <a:lnTo>
                  <a:pt x="46352" y="157035"/>
                </a:lnTo>
                <a:cubicBezTo>
                  <a:pt x="42315" y="958616"/>
                  <a:pt x="45648" y="528196"/>
                  <a:pt x="41611" y="1329777"/>
                </a:cubicBezTo>
                <a:lnTo>
                  <a:pt x="0" y="1118031"/>
                </a:lnTo>
                <a:cubicBezTo>
                  <a:pt x="2506" y="446256"/>
                  <a:pt x="-23" y="671775"/>
                  <a:pt x="2483" y="0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747E20B-4CF0-88F3-2E5E-20423C8A19AA}"/>
              </a:ext>
            </a:extLst>
          </p:cNvPr>
          <p:cNvSpPr txBox="1"/>
          <p:nvPr/>
        </p:nvSpPr>
        <p:spPr>
          <a:xfrm>
            <a:off x="8460509" y="55048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6" name="正方形/長方形 1">
            <a:extLst>
              <a:ext uri="{FF2B5EF4-FFF2-40B4-BE49-F238E27FC236}">
                <a16:creationId xmlns:a16="http://schemas.microsoft.com/office/drawing/2014/main" id="{38FE5FCA-1D47-AC22-8ABC-D26B8E36B324}"/>
              </a:ext>
            </a:extLst>
          </p:cNvPr>
          <p:cNvSpPr/>
          <p:nvPr/>
        </p:nvSpPr>
        <p:spPr>
          <a:xfrm>
            <a:off x="7723181" y="3664561"/>
            <a:ext cx="842653" cy="1129884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2323"/>
              <a:gd name="csY0" fmla="*/ 0 h 1329777"/>
              <a:gd name="csX1" fmla="*/ 35062 w 42323"/>
              <a:gd name="csY1" fmla="*/ 32355 h 1329777"/>
              <a:gd name="csX2" fmla="*/ 41611 w 42323"/>
              <a:gd name="csY2" fmla="*/ 1329777 h 1329777"/>
              <a:gd name="csX3" fmla="*/ 0 w 42323"/>
              <a:gd name="csY3" fmla="*/ 1118031 h 1329777"/>
              <a:gd name="csX4" fmla="*/ 2483 w 42323"/>
              <a:gd name="csY4" fmla="*/ 0 h 1329777"/>
              <a:gd name="csX0" fmla="*/ 2483 w 35062"/>
              <a:gd name="csY0" fmla="*/ 0 h 1118031"/>
              <a:gd name="csX1" fmla="*/ 35062 w 35062"/>
              <a:gd name="csY1" fmla="*/ 32355 h 1118031"/>
              <a:gd name="csX2" fmla="*/ 32337 w 35062"/>
              <a:gd name="csY2" fmla="*/ 1097042 h 1118031"/>
              <a:gd name="csX3" fmla="*/ 0 w 35062"/>
              <a:gd name="csY3" fmla="*/ 1118031 h 1118031"/>
              <a:gd name="csX4" fmla="*/ 2483 w 35062"/>
              <a:gd name="csY4" fmla="*/ 0 h 1118031"/>
              <a:gd name="csX0" fmla="*/ 2483 w 35062"/>
              <a:gd name="csY0" fmla="*/ 0 h 1118031"/>
              <a:gd name="csX1" fmla="*/ 35062 w 35062"/>
              <a:gd name="csY1" fmla="*/ 32355 h 1118031"/>
              <a:gd name="csX2" fmla="*/ 31934 w 35062"/>
              <a:gd name="csY2" fmla="*/ 1022235 h 1118031"/>
              <a:gd name="csX3" fmla="*/ 0 w 35062"/>
              <a:gd name="csY3" fmla="*/ 1118031 h 1118031"/>
              <a:gd name="csX4" fmla="*/ 2483 w 35062"/>
              <a:gd name="csY4" fmla="*/ 0 h 1118031"/>
              <a:gd name="csX0" fmla="*/ 731 w 33310"/>
              <a:gd name="csY0" fmla="*/ 0 h 1022235"/>
              <a:gd name="csX1" fmla="*/ 33310 w 33310"/>
              <a:gd name="csY1" fmla="*/ 32355 h 1022235"/>
              <a:gd name="csX2" fmla="*/ 30182 w 33310"/>
              <a:gd name="csY2" fmla="*/ 1022235 h 1022235"/>
              <a:gd name="csX3" fmla="*/ 667 w 33310"/>
              <a:gd name="csY3" fmla="*/ 960103 h 1022235"/>
              <a:gd name="csX4" fmla="*/ 731 w 33310"/>
              <a:gd name="csY4" fmla="*/ 0 h 1022235"/>
              <a:gd name="csX0" fmla="*/ 731 w 36389"/>
              <a:gd name="csY0" fmla="*/ 0 h 960103"/>
              <a:gd name="csX1" fmla="*/ 33310 w 36389"/>
              <a:gd name="csY1" fmla="*/ 32355 h 960103"/>
              <a:gd name="csX2" fmla="*/ 35424 w 36389"/>
              <a:gd name="csY2" fmla="*/ 955740 h 960103"/>
              <a:gd name="csX3" fmla="*/ 667 w 36389"/>
              <a:gd name="csY3" fmla="*/ 960103 h 960103"/>
              <a:gd name="csX4" fmla="*/ 731 w 36389"/>
              <a:gd name="csY4" fmla="*/ 0 h 960103"/>
              <a:gd name="csX0" fmla="*/ 731 w 35424"/>
              <a:gd name="csY0" fmla="*/ 0 h 960103"/>
              <a:gd name="csX1" fmla="*/ 33310 w 35424"/>
              <a:gd name="csY1" fmla="*/ 32355 h 960103"/>
              <a:gd name="csX2" fmla="*/ 35424 w 35424"/>
              <a:gd name="csY2" fmla="*/ 955740 h 960103"/>
              <a:gd name="csX3" fmla="*/ 667 w 35424"/>
              <a:gd name="csY3" fmla="*/ 960103 h 960103"/>
              <a:gd name="csX4" fmla="*/ 731 w 35424"/>
              <a:gd name="csY4" fmla="*/ 0 h 960103"/>
              <a:gd name="csX0" fmla="*/ 731 w 35424"/>
              <a:gd name="csY0" fmla="*/ 0 h 964682"/>
              <a:gd name="csX1" fmla="*/ 33310 w 35424"/>
              <a:gd name="csY1" fmla="*/ 32355 h 964682"/>
              <a:gd name="csX2" fmla="*/ 35424 w 35424"/>
              <a:gd name="csY2" fmla="*/ 955740 h 964682"/>
              <a:gd name="csX3" fmla="*/ 667 w 35424"/>
              <a:gd name="csY3" fmla="*/ 960103 h 964682"/>
              <a:gd name="csX4" fmla="*/ 731 w 35424"/>
              <a:gd name="csY4" fmla="*/ 0 h 964682"/>
              <a:gd name="csX0" fmla="*/ 731 w 35424"/>
              <a:gd name="csY0" fmla="*/ 43507 h 1008189"/>
              <a:gd name="csX1" fmla="*/ 34104 w 35424"/>
              <a:gd name="csY1" fmla="*/ 0 h 1008189"/>
              <a:gd name="csX2" fmla="*/ 35424 w 35424"/>
              <a:gd name="csY2" fmla="*/ 999247 h 1008189"/>
              <a:gd name="csX3" fmla="*/ 667 w 35424"/>
              <a:gd name="csY3" fmla="*/ 1003610 h 1008189"/>
              <a:gd name="csX4" fmla="*/ 731 w 35424"/>
              <a:gd name="csY4" fmla="*/ 43507 h 1008189"/>
              <a:gd name="csX0" fmla="*/ 731 w 35424"/>
              <a:gd name="csY0" fmla="*/ 43507 h 1008189"/>
              <a:gd name="csX1" fmla="*/ 34104 w 35424"/>
              <a:gd name="csY1" fmla="*/ 0 h 1008189"/>
              <a:gd name="csX2" fmla="*/ 35424 w 35424"/>
              <a:gd name="csY2" fmla="*/ 999247 h 1008189"/>
              <a:gd name="csX3" fmla="*/ 667 w 35424"/>
              <a:gd name="csY3" fmla="*/ 1003610 h 1008189"/>
              <a:gd name="csX4" fmla="*/ 731 w 35424"/>
              <a:gd name="csY4" fmla="*/ 43507 h 1008189"/>
              <a:gd name="csX0" fmla="*/ 731 w 35424"/>
              <a:gd name="csY0" fmla="*/ 45336 h 1010018"/>
              <a:gd name="csX1" fmla="*/ 34104 w 35424"/>
              <a:gd name="csY1" fmla="*/ 1829 h 1010018"/>
              <a:gd name="csX2" fmla="*/ 35424 w 35424"/>
              <a:gd name="csY2" fmla="*/ 1001076 h 1010018"/>
              <a:gd name="csX3" fmla="*/ 667 w 35424"/>
              <a:gd name="csY3" fmla="*/ 1005439 h 1010018"/>
              <a:gd name="csX4" fmla="*/ 731 w 35424"/>
              <a:gd name="csY4" fmla="*/ 45336 h 1010018"/>
              <a:gd name="csX0" fmla="*/ 731 w 35424"/>
              <a:gd name="csY0" fmla="*/ 29441 h 1010981"/>
              <a:gd name="csX1" fmla="*/ 34104 w 35424"/>
              <a:gd name="csY1" fmla="*/ 2792 h 1010981"/>
              <a:gd name="csX2" fmla="*/ 35424 w 35424"/>
              <a:gd name="csY2" fmla="*/ 1002039 h 1010981"/>
              <a:gd name="csX3" fmla="*/ 667 w 35424"/>
              <a:gd name="csY3" fmla="*/ 1006402 h 1010981"/>
              <a:gd name="csX4" fmla="*/ 731 w 35424"/>
              <a:gd name="csY4" fmla="*/ 29441 h 1010981"/>
              <a:gd name="csX0" fmla="*/ 64 w 34757"/>
              <a:gd name="csY0" fmla="*/ 29441 h 1010981"/>
              <a:gd name="csX1" fmla="*/ 33437 w 34757"/>
              <a:gd name="csY1" fmla="*/ 2792 h 1010981"/>
              <a:gd name="csX2" fmla="*/ 34757 w 34757"/>
              <a:gd name="csY2" fmla="*/ 1002039 h 1010981"/>
              <a:gd name="csX3" fmla="*/ 0 w 34757"/>
              <a:gd name="csY3" fmla="*/ 1006402 h 1010981"/>
              <a:gd name="csX4" fmla="*/ 64 w 34757"/>
              <a:gd name="csY4" fmla="*/ 29441 h 1010981"/>
              <a:gd name="csX0" fmla="*/ 461 w 35154"/>
              <a:gd name="csY0" fmla="*/ 29441 h 1007585"/>
              <a:gd name="csX1" fmla="*/ 33834 w 35154"/>
              <a:gd name="csY1" fmla="*/ 2792 h 1007585"/>
              <a:gd name="csX2" fmla="*/ 35154 w 35154"/>
              <a:gd name="csY2" fmla="*/ 1002039 h 1007585"/>
              <a:gd name="csX3" fmla="*/ 0 w 35154"/>
              <a:gd name="csY3" fmla="*/ 989544 h 1007585"/>
              <a:gd name="csX4" fmla="*/ 461 w 35154"/>
              <a:gd name="csY4" fmla="*/ 29441 h 1007585"/>
              <a:gd name="csX0" fmla="*/ 461 w 35154"/>
              <a:gd name="csY0" fmla="*/ 29441 h 1007585"/>
              <a:gd name="csX1" fmla="*/ 33834 w 35154"/>
              <a:gd name="csY1" fmla="*/ 2792 h 1007585"/>
              <a:gd name="csX2" fmla="*/ 35154 w 35154"/>
              <a:gd name="csY2" fmla="*/ 1002039 h 1007585"/>
              <a:gd name="csX3" fmla="*/ 0 w 35154"/>
              <a:gd name="csY3" fmla="*/ 989544 h 1007585"/>
              <a:gd name="csX4" fmla="*/ 461 w 35154"/>
              <a:gd name="csY4" fmla="*/ 29441 h 1007585"/>
              <a:gd name="csX0" fmla="*/ 154 w 35641"/>
              <a:gd name="csY0" fmla="*/ 15280 h 1010282"/>
              <a:gd name="csX1" fmla="*/ 34321 w 35641"/>
              <a:gd name="csY1" fmla="*/ 5489 h 1010282"/>
              <a:gd name="csX2" fmla="*/ 35641 w 35641"/>
              <a:gd name="csY2" fmla="*/ 1004736 h 1010282"/>
              <a:gd name="csX3" fmla="*/ 487 w 35641"/>
              <a:gd name="csY3" fmla="*/ 992241 h 1010282"/>
              <a:gd name="csX4" fmla="*/ 154 w 35641"/>
              <a:gd name="csY4" fmla="*/ 15280 h 1010282"/>
              <a:gd name="csX0" fmla="*/ 0 w 35487"/>
              <a:gd name="csY0" fmla="*/ 15280 h 1010282"/>
              <a:gd name="csX1" fmla="*/ 34167 w 35487"/>
              <a:gd name="csY1" fmla="*/ 5489 h 1010282"/>
              <a:gd name="csX2" fmla="*/ 35487 w 35487"/>
              <a:gd name="csY2" fmla="*/ 1004736 h 1010282"/>
              <a:gd name="csX3" fmla="*/ 333 w 35487"/>
              <a:gd name="csY3" fmla="*/ 992241 h 1010282"/>
              <a:gd name="csX4" fmla="*/ 0 w 35487"/>
              <a:gd name="csY4" fmla="*/ 15280 h 1010282"/>
              <a:gd name="csX0" fmla="*/ 0 w 35487"/>
              <a:gd name="csY0" fmla="*/ 15280 h 1010282"/>
              <a:gd name="csX1" fmla="*/ 34167 w 35487"/>
              <a:gd name="csY1" fmla="*/ 5489 h 1010282"/>
              <a:gd name="csX2" fmla="*/ 35487 w 35487"/>
              <a:gd name="csY2" fmla="*/ 1004736 h 1010282"/>
              <a:gd name="csX3" fmla="*/ 333 w 35487"/>
              <a:gd name="csY3" fmla="*/ 992241 h 1010282"/>
              <a:gd name="csX4" fmla="*/ 0 w 35487"/>
              <a:gd name="csY4" fmla="*/ 15280 h 1010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87" h="1010282">
                <a:moveTo>
                  <a:pt x="0" y="15280"/>
                </a:moveTo>
                <a:cubicBezTo>
                  <a:pt x="28195" y="778"/>
                  <a:pt x="23837" y="-5295"/>
                  <a:pt x="34167" y="5489"/>
                </a:cubicBezTo>
                <a:cubicBezTo>
                  <a:pt x="35291" y="781783"/>
                  <a:pt x="35089" y="452514"/>
                  <a:pt x="35487" y="1004736"/>
                </a:cubicBezTo>
                <a:cubicBezTo>
                  <a:pt x="24707" y="1022814"/>
                  <a:pt x="11919" y="990787"/>
                  <a:pt x="333" y="992241"/>
                </a:cubicBezTo>
                <a:cubicBezTo>
                  <a:pt x="457" y="320466"/>
                  <a:pt x="670" y="670196"/>
                  <a:pt x="0" y="15280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1">
            <a:extLst>
              <a:ext uri="{FF2B5EF4-FFF2-40B4-BE49-F238E27FC236}">
                <a16:creationId xmlns:a16="http://schemas.microsoft.com/office/drawing/2014/main" id="{A9AE82BD-5997-15A7-08BC-181227443D9D}"/>
              </a:ext>
            </a:extLst>
          </p:cNvPr>
          <p:cNvSpPr/>
          <p:nvPr/>
        </p:nvSpPr>
        <p:spPr>
          <a:xfrm>
            <a:off x="7052319" y="3097138"/>
            <a:ext cx="651051" cy="1547048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2323"/>
              <a:gd name="csY0" fmla="*/ 0 h 1329777"/>
              <a:gd name="csX1" fmla="*/ 35062 w 42323"/>
              <a:gd name="csY1" fmla="*/ 32355 h 1329777"/>
              <a:gd name="csX2" fmla="*/ 41611 w 42323"/>
              <a:gd name="csY2" fmla="*/ 1329777 h 1329777"/>
              <a:gd name="csX3" fmla="*/ 0 w 42323"/>
              <a:gd name="csY3" fmla="*/ 1118031 h 1329777"/>
              <a:gd name="csX4" fmla="*/ 2483 w 42323"/>
              <a:gd name="csY4" fmla="*/ 0 h 1329777"/>
              <a:gd name="csX0" fmla="*/ 2483 w 35062"/>
              <a:gd name="csY0" fmla="*/ 0 h 1118031"/>
              <a:gd name="csX1" fmla="*/ 35062 w 35062"/>
              <a:gd name="csY1" fmla="*/ 32355 h 1118031"/>
              <a:gd name="csX2" fmla="*/ 32337 w 35062"/>
              <a:gd name="csY2" fmla="*/ 1097042 h 1118031"/>
              <a:gd name="csX3" fmla="*/ 0 w 35062"/>
              <a:gd name="csY3" fmla="*/ 1118031 h 1118031"/>
              <a:gd name="csX4" fmla="*/ 2483 w 35062"/>
              <a:gd name="csY4" fmla="*/ 0 h 1118031"/>
              <a:gd name="csX0" fmla="*/ 2483 w 35062"/>
              <a:gd name="csY0" fmla="*/ 0 h 1118031"/>
              <a:gd name="csX1" fmla="*/ 35062 w 35062"/>
              <a:gd name="csY1" fmla="*/ 32355 h 1118031"/>
              <a:gd name="csX2" fmla="*/ 31934 w 35062"/>
              <a:gd name="csY2" fmla="*/ 1022235 h 1118031"/>
              <a:gd name="csX3" fmla="*/ 0 w 35062"/>
              <a:gd name="csY3" fmla="*/ 1118031 h 1118031"/>
              <a:gd name="csX4" fmla="*/ 2483 w 35062"/>
              <a:gd name="csY4" fmla="*/ 0 h 1118031"/>
              <a:gd name="csX0" fmla="*/ 731 w 33310"/>
              <a:gd name="csY0" fmla="*/ 0 h 1022235"/>
              <a:gd name="csX1" fmla="*/ 33310 w 33310"/>
              <a:gd name="csY1" fmla="*/ 32355 h 1022235"/>
              <a:gd name="csX2" fmla="*/ 30182 w 33310"/>
              <a:gd name="csY2" fmla="*/ 1022235 h 1022235"/>
              <a:gd name="csX3" fmla="*/ 667 w 33310"/>
              <a:gd name="csY3" fmla="*/ 960103 h 1022235"/>
              <a:gd name="csX4" fmla="*/ 731 w 33310"/>
              <a:gd name="csY4" fmla="*/ 0 h 1022235"/>
              <a:gd name="csX0" fmla="*/ 731 w 36389"/>
              <a:gd name="csY0" fmla="*/ 0 h 960103"/>
              <a:gd name="csX1" fmla="*/ 33310 w 36389"/>
              <a:gd name="csY1" fmla="*/ 32355 h 960103"/>
              <a:gd name="csX2" fmla="*/ 35424 w 36389"/>
              <a:gd name="csY2" fmla="*/ 955740 h 960103"/>
              <a:gd name="csX3" fmla="*/ 667 w 36389"/>
              <a:gd name="csY3" fmla="*/ 960103 h 960103"/>
              <a:gd name="csX4" fmla="*/ 731 w 36389"/>
              <a:gd name="csY4" fmla="*/ 0 h 960103"/>
              <a:gd name="csX0" fmla="*/ 731 w 35424"/>
              <a:gd name="csY0" fmla="*/ 0 h 960103"/>
              <a:gd name="csX1" fmla="*/ 33310 w 35424"/>
              <a:gd name="csY1" fmla="*/ 32355 h 960103"/>
              <a:gd name="csX2" fmla="*/ 35424 w 35424"/>
              <a:gd name="csY2" fmla="*/ 955740 h 960103"/>
              <a:gd name="csX3" fmla="*/ 667 w 35424"/>
              <a:gd name="csY3" fmla="*/ 960103 h 960103"/>
              <a:gd name="csX4" fmla="*/ 731 w 35424"/>
              <a:gd name="csY4" fmla="*/ 0 h 960103"/>
              <a:gd name="csX0" fmla="*/ 731 w 35424"/>
              <a:gd name="csY0" fmla="*/ 0 h 964682"/>
              <a:gd name="csX1" fmla="*/ 33310 w 35424"/>
              <a:gd name="csY1" fmla="*/ 32355 h 964682"/>
              <a:gd name="csX2" fmla="*/ 35424 w 35424"/>
              <a:gd name="csY2" fmla="*/ 955740 h 964682"/>
              <a:gd name="csX3" fmla="*/ 667 w 35424"/>
              <a:gd name="csY3" fmla="*/ 960103 h 964682"/>
              <a:gd name="csX4" fmla="*/ 731 w 35424"/>
              <a:gd name="csY4" fmla="*/ 0 h 964682"/>
              <a:gd name="csX0" fmla="*/ 731 w 35424"/>
              <a:gd name="csY0" fmla="*/ 43507 h 1008189"/>
              <a:gd name="csX1" fmla="*/ 34104 w 35424"/>
              <a:gd name="csY1" fmla="*/ 0 h 1008189"/>
              <a:gd name="csX2" fmla="*/ 35424 w 35424"/>
              <a:gd name="csY2" fmla="*/ 999247 h 1008189"/>
              <a:gd name="csX3" fmla="*/ 667 w 35424"/>
              <a:gd name="csY3" fmla="*/ 1003610 h 1008189"/>
              <a:gd name="csX4" fmla="*/ 731 w 35424"/>
              <a:gd name="csY4" fmla="*/ 43507 h 1008189"/>
              <a:gd name="csX0" fmla="*/ 731 w 35424"/>
              <a:gd name="csY0" fmla="*/ 43507 h 1008189"/>
              <a:gd name="csX1" fmla="*/ 34104 w 35424"/>
              <a:gd name="csY1" fmla="*/ 0 h 1008189"/>
              <a:gd name="csX2" fmla="*/ 35424 w 35424"/>
              <a:gd name="csY2" fmla="*/ 999247 h 1008189"/>
              <a:gd name="csX3" fmla="*/ 667 w 35424"/>
              <a:gd name="csY3" fmla="*/ 1003610 h 1008189"/>
              <a:gd name="csX4" fmla="*/ 731 w 35424"/>
              <a:gd name="csY4" fmla="*/ 43507 h 1008189"/>
              <a:gd name="csX0" fmla="*/ 731 w 35424"/>
              <a:gd name="csY0" fmla="*/ 45336 h 1010018"/>
              <a:gd name="csX1" fmla="*/ 34104 w 35424"/>
              <a:gd name="csY1" fmla="*/ 1829 h 1010018"/>
              <a:gd name="csX2" fmla="*/ 35424 w 35424"/>
              <a:gd name="csY2" fmla="*/ 1001076 h 1010018"/>
              <a:gd name="csX3" fmla="*/ 667 w 35424"/>
              <a:gd name="csY3" fmla="*/ 1005439 h 1010018"/>
              <a:gd name="csX4" fmla="*/ 731 w 35424"/>
              <a:gd name="csY4" fmla="*/ 45336 h 1010018"/>
              <a:gd name="csX0" fmla="*/ 731 w 35424"/>
              <a:gd name="csY0" fmla="*/ 29441 h 1010981"/>
              <a:gd name="csX1" fmla="*/ 34104 w 35424"/>
              <a:gd name="csY1" fmla="*/ 2792 h 1010981"/>
              <a:gd name="csX2" fmla="*/ 35424 w 35424"/>
              <a:gd name="csY2" fmla="*/ 1002039 h 1010981"/>
              <a:gd name="csX3" fmla="*/ 667 w 35424"/>
              <a:gd name="csY3" fmla="*/ 1006402 h 1010981"/>
              <a:gd name="csX4" fmla="*/ 731 w 35424"/>
              <a:gd name="csY4" fmla="*/ 29441 h 1010981"/>
              <a:gd name="csX0" fmla="*/ 64 w 34757"/>
              <a:gd name="csY0" fmla="*/ 29441 h 1010981"/>
              <a:gd name="csX1" fmla="*/ 33437 w 34757"/>
              <a:gd name="csY1" fmla="*/ 2792 h 1010981"/>
              <a:gd name="csX2" fmla="*/ 34757 w 34757"/>
              <a:gd name="csY2" fmla="*/ 1002039 h 1010981"/>
              <a:gd name="csX3" fmla="*/ 0 w 34757"/>
              <a:gd name="csY3" fmla="*/ 1006402 h 1010981"/>
              <a:gd name="csX4" fmla="*/ 64 w 34757"/>
              <a:gd name="csY4" fmla="*/ 29441 h 1010981"/>
              <a:gd name="csX0" fmla="*/ 461 w 35154"/>
              <a:gd name="csY0" fmla="*/ 29441 h 1007585"/>
              <a:gd name="csX1" fmla="*/ 33834 w 35154"/>
              <a:gd name="csY1" fmla="*/ 2792 h 1007585"/>
              <a:gd name="csX2" fmla="*/ 35154 w 35154"/>
              <a:gd name="csY2" fmla="*/ 1002039 h 1007585"/>
              <a:gd name="csX3" fmla="*/ 0 w 35154"/>
              <a:gd name="csY3" fmla="*/ 989544 h 1007585"/>
              <a:gd name="csX4" fmla="*/ 461 w 35154"/>
              <a:gd name="csY4" fmla="*/ 29441 h 1007585"/>
              <a:gd name="csX0" fmla="*/ 461 w 35154"/>
              <a:gd name="csY0" fmla="*/ 29441 h 1007585"/>
              <a:gd name="csX1" fmla="*/ 33834 w 35154"/>
              <a:gd name="csY1" fmla="*/ 2792 h 1007585"/>
              <a:gd name="csX2" fmla="*/ 35154 w 35154"/>
              <a:gd name="csY2" fmla="*/ 1002039 h 1007585"/>
              <a:gd name="csX3" fmla="*/ 0 w 35154"/>
              <a:gd name="csY3" fmla="*/ 989544 h 1007585"/>
              <a:gd name="csX4" fmla="*/ 461 w 35154"/>
              <a:gd name="csY4" fmla="*/ 29441 h 1007585"/>
              <a:gd name="csX0" fmla="*/ 154 w 35641"/>
              <a:gd name="csY0" fmla="*/ 15280 h 1010282"/>
              <a:gd name="csX1" fmla="*/ 34321 w 35641"/>
              <a:gd name="csY1" fmla="*/ 5489 h 1010282"/>
              <a:gd name="csX2" fmla="*/ 35641 w 35641"/>
              <a:gd name="csY2" fmla="*/ 1004736 h 1010282"/>
              <a:gd name="csX3" fmla="*/ 487 w 35641"/>
              <a:gd name="csY3" fmla="*/ 992241 h 1010282"/>
              <a:gd name="csX4" fmla="*/ 154 w 35641"/>
              <a:gd name="csY4" fmla="*/ 15280 h 1010282"/>
              <a:gd name="csX0" fmla="*/ 0 w 35487"/>
              <a:gd name="csY0" fmla="*/ 15280 h 1010282"/>
              <a:gd name="csX1" fmla="*/ 34167 w 35487"/>
              <a:gd name="csY1" fmla="*/ 5489 h 1010282"/>
              <a:gd name="csX2" fmla="*/ 35487 w 35487"/>
              <a:gd name="csY2" fmla="*/ 1004736 h 1010282"/>
              <a:gd name="csX3" fmla="*/ 333 w 35487"/>
              <a:gd name="csY3" fmla="*/ 992241 h 1010282"/>
              <a:gd name="csX4" fmla="*/ 0 w 35487"/>
              <a:gd name="csY4" fmla="*/ 15280 h 1010282"/>
              <a:gd name="csX0" fmla="*/ 0 w 35487"/>
              <a:gd name="csY0" fmla="*/ 15280 h 1010282"/>
              <a:gd name="csX1" fmla="*/ 34167 w 35487"/>
              <a:gd name="csY1" fmla="*/ 5489 h 1010282"/>
              <a:gd name="csX2" fmla="*/ 35487 w 35487"/>
              <a:gd name="csY2" fmla="*/ 1004736 h 1010282"/>
              <a:gd name="csX3" fmla="*/ 333 w 35487"/>
              <a:gd name="csY3" fmla="*/ 992241 h 1010282"/>
              <a:gd name="csX4" fmla="*/ 0 w 35487"/>
              <a:gd name="csY4" fmla="*/ 15280 h 1010282"/>
              <a:gd name="csX0" fmla="*/ 0 w 34248"/>
              <a:gd name="csY0" fmla="*/ 15280 h 992241"/>
              <a:gd name="csX1" fmla="*/ 34167 w 34248"/>
              <a:gd name="csY1" fmla="*/ 5489 h 992241"/>
              <a:gd name="csX2" fmla="*/ 24768 w 34248"/>
              <a:gd name="csY2" fmla="*/ 844587 h 992241"/>
              <a:gd name="csX3" fmla="*/ 333 w 34248"/>
              <a:gd name="csY3" fmla="*/ 992241 h 992241"/>
              <a:gd name="csX4" fmla="*/ 0 w 34248"/>
              <a:gd name="csY4" fmla="*/ 15280 h 992241"/>
              <a:gd name="csX0" fmla="*/ 0 w 34248"/>
              <a:gd name="csY0" fmla="*/ 15280 h 992241"/>
              <a:gd name="csX1" fmla="*/ 34167 w 34248"/>
              <a:gd name="csY1" fmla="*/ 5489 h 992241"/>
              <a:gd name="csX2" fmla="*/ 24768 w 34248"/>
              <a:gd name="csY2" fmla="*/ 844587 h 992241"/>
              <a:gd name="csX3" fmla="*/ 333 w 34248"/>
              <a:gd name="csY3" fmla="*/ 992241 h 992241"/>
              <a:gd name="csX4" fmla="*/ 0 w 34248"/>
              <a:gd name="csY4" fmla="*/ 15280 h 992241"/>
              <a:gd name="csX0" fmla="*/ 0 w 34282"/>
              <a:gd name="csY0" fmla="*/ 15280 h 992241"/>
              <a:gd name="csX1" fmla="*/ 34167 w 34282"/>
              <a:gd name="csY1" fmla="*/ 5489 h 992241"/>
              <a:gd name="csX2" fmla="*/ 24768 w 34282"/>
              <a:gd name="csY2" fmla="*/ 844587 h 992241"/>
              <a:gd name="csX3" fmla="*/ 333 w 34282"/>
              <a:gd name="csY3" fmla="*/ 992241 h 992241"/>
              <a:gd name="csX4" fmla="*/ 0 w 34282"/>
              <a:gd name="csY4" fmla="*/ 15280 h 992241"/>
              <a:gd name="csX0" fmla="*/ 0 w 27941"/>
              <a:gd name="csY0" fmla="*/ 397739 h 1374700"/>
              <a:gd name="csX1" fmla="*/ 27418 w 27941"/>
              <a:gd name="csY1" fmla="*/ 217 h 1374700"/>
              <a:gd name="csX2" fmla="*/ 24768 w 27941"/>
              <a:gd name="csY2" fmla="*/ 1227046 h 1374700"/>
              <a:gd name="csX3" fmla="*/ 333 w 27941"/>
              <a:gd name="csY3" fmla="*/ 1374700 h 1374700"/>
              <a:gd name="csX4" fmla="*/ 0 w 27941"/>
              <a:gd name="csY4" fmla="*/ 397739 h 1374700"/>
              <a:gd name="csX0" fmla="*/ 0 w 27941"/>
              <a:gd name="csY0" fmla="*/ 10166 h 1383288"/>
              <a:gd name="csX1" fmla="*/ 27418 w 27941"/>
              <a:gd name="csY1" fmla="*/ 8805 h 1383288"/>
              <a:gd name="csX2" fmla="*/ 24768 w 27941"/>
              <a:gd name="csY2" fmla="*/ 1235634 h 1383288"/>
              <a:gd name="csX3" fmla="*/ 333 w 27941"/>
              <a:gd name="csY3" fmla="*/ 1383288 h 1383288"/>
              <a:gd name="csX4" fmla="*/ 0 w 27941"/>
              <a:gd name="csY4" fmla="*/ 10166 h 1383288"/>
              <a:gd name="csX0" fmla="*/ 0 w 27418"/>
              <a:gd name="csY0" fmla="*/ 10166 h 1383288"/>
              <a:gd name="csX1" fmla="*/ 27418 w 27418"/>
              <a:gd name="csY1" fmla="*/ 8805 h 1383288"/>
              <a:gd name="csX2" fmla="*/ 24768 w 27418"/>
              <a:gd name="csY2" fmla="*/ 1235634 h 1383288"/>
              <a:gd name="csX3" fmla="*/ 333 w 27418"/>
              <a:gd name="csY3" fmla="*/ 1383288 h 1383288"/>
              <a:gd name="csX4" fmla="*/ 0 w 27418"/>
              <a:gd name="csY4" fmla="*/ 10166 h 1383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418" h="1383288">
                <a:moveTo>
                  <a:pt x="0" y="10166"/>
                </a:moveTo>
                <a:cubicBezTo>
                  <a:pt x="28195" y="-4336"/>
                  <a:pt x="17088" y="-1979"/>
                  <a:pt x="27418" y="8805"/>
                </a:cubicBezTo>
                <a:cubicBezTo>
                  <a:pt x="24969" y="776670"/>
                  <a:pt x="27943" y="93386"/>
                  <a:pt x="24768" y="1235634"/>
                </a:cubicBezTo>
                <a:cubicBezTo>
                  <a:pt x="887" y="1397004"/>
                  <a:pt x="11919" y="1381834"/>
                  <a:pt x="333" y="1383288"/>
                </a:cubicBezTo>
                <a:cubicBezTo>
                  <a:pt x="457" y="711513"/>
                  <a:pt x="670" y="665082"/>
                  <a:pt x="0" y="10166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1">
            <a:extLst>
              <a:ext uri="{FF2B5EF4-FFF2-40B4-BE49-F238E27FC236}">
                <a16:creationId xmlns:a16="http://schemas.microsoft.com/office/drawing/2014/main" id="{33237E59-E0DB-8198-0AF1-F03AC7C8DEB1}"/>
              </a:ext>
            </a:extLst>
          </p:cNvPr>
          <p:cNvSpPr/>
          <p:nvPr/>
        </p:nvSpPr>
        <p:spPr>
          <a:xfrm>
            <a:off x="9929855" y="4668017"/>
            <a:ext cx="1036555" cy="1687243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4336"/>
              <a:gd name="csY0" fmla="*/ 0 h 1329777"/>
              <a:gd name="csX1" fmla="*/ 44336 w 44336"/>
              <a:gd name="csY1" fmla="*/ 389769 h 1329777"/>
              <a:gd name="csX2" fmla="*/ 41611 w 44336"/>
              <a:gd name="csY2" fmla="*/ 1329777 h 1329777"/>
              <a:gd name="csX3" fmla="*/ 0 w 44336"/>
              <a:gd name="csY3" fmla="*/ 1118031 h 1329777"/>
              <a:gd name="csX4" fmla="*/ 2483 w 44336"/>
              <a:gd name="csY4" fmla="*/ 0 h 1329777"/>
              <a:gd name="csX0" fmla="*/ 2483 w 44336"/>
              <a:gd name="csY0" fmla="*/ 0 h 1487704"/>
              <a:gd name="csX1" fmla="*/ 44336 w 44336"/>
              <a:gd name="csY1" fmla="*/ 389769 h 1487704"/>
              <a:gd name="csX2" fmla="*/ 40805 w 44336"/>
              <a:gd name="csY2" fmla="*/ 1487704 h 1487704"/>
              <a:gd name="csX3" fmla="*/ 0 w 44336"/>
              <a:gd name="csY3" fmla="*/ 1118031 h 1487704"/>
              <a:gd name="csX4" fmla="*/ 2483 w 44336"/>
              <a:gd name="csY4" fmla="*/ 0 h 1487704"/>
              <a:gd name="csX0" fmla="*/ 2483 w 44336"/>
              <a:gd name="csY0" fmla="*/ 0 h 1487704"/>
              <a:gd name="csX1" fmla="*/ 44336 w 44336"/>
              <a:gd name="csY1" fmla="*/ 389769 h 1487704"/>
              <a:gd name="csX2" fmla="*/ 40805 w 44336"/>
              <a:gd name="csY2" fmla="*/ 1487704 h 1487704"/>
              <a:gd name="csX3" fmla="*/ 0 w 44336"/>
              <a:gd name="csY3" fmla="*/ 1118031 h 1487704"/>
              <a:gd name="csX4" fmla="*/ 2483 w 44336"/>
              <a:gd name="csY4" fmla="*/ 0 h 1487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336" h="1487704">
                <a:moveTo>
                  <a:pt x="2483" y="0"/>
                </a:moveTo>
                <a:lnTo>
                  <a:pt x="44336" y="389769"/>
                </a:lnTo>
                <a:cubicBezTo>
                  <a:pt x="40299" y="1191350"/>
                  <a:pt x="42826" y="686123"/>
                  <a:pt x="40805" y="1487704"/>
                </a:cubicBezTo>
                <a:lnTo>
                  <a:pt x="0" y="1118031"/>
                </a:lnTo>
                <a:cubicBezTo>
                  <a:pt x="2506" y="446256"/>
                  <a:pt x="-23" y="671775"/>
                  <a:pt x="2483" y="0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1">
            <a:extLst>
              <a:ext uri="{FF2B5EF4-FFF2-40B4-BE49-F238E27FC236}">
                <a16:creationId xmlns:a16="http://schemas.microsoft.com/office/drawing/2014/main" id="{692F8BC5-EC97-F001-CA78-E229358A0A75}"/>
              </a:ext>
            </a:extLst>
          </p:cNvPr>
          <p:cNvSpPr/>
          <p:nvPr/>
        </p:nvSpPr>
        <p:spPr>
          <a:xfrm>
            <a:off x="8925596" y="884729"/>
            <a:ext cx="981238" cy="1348891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2812"/>
              <a:gd name="csY0" fmla="*/ 42452 h 1372229"/>
              <a:gd name="csX1" fmla="*/ 41917 w 42812"/>
              <a:gd name="csY1" fmla="*/ 0 h 1372229"/>
              <a:gd name="csX2" fmla="*/ 41611 w 42812"/>
              <a:gd name="csY2" fmla="*/ 1372229 h 1372229"/>
              <a:gd name="csX3" fmla="*/ 0 w 42812"/>
              <a:gd name="csY3" fmla="*/ 1160483 h 1372229"/>
              <a:gd name="csX4" fmla="*/ 2483 w 42812"/>
              <a:gd name="csY4" fmla="*/ 42452 h 1372229"/>
              <a:gd name="csX0" fmla="*/ 2483 w 43486"/>
              <a:gd name="csY0" fmla="*/ 42452 h 1372229"/>
              <a:gd name="csX1" fmla="*/ 41917 w 43486"/>
              <a:gd name="csY1" fmla="*/ 0 h 1372229"/>
              <a:gd name="csX2" fmla="*/ 41611 w 43486"/>
              <a:gd name="csY2" fmla="*/ 1372229 h 1372229"/>
              <a:gd name="csX3" fmla="*/ 0 w 43486"/>
              <a:gd name="csY3" fmla="*/ 1160483 h 1372229"/>
              <a:gd name="csX4" fmla="*/ 2483 w 43486"/>
              <a:gd name="csY4" fmla="*/ 42452 h 1372229"/>
              <a:gd name="csX0" fmla="*/ 2483 w 43486"/>
              <a:gd name="csY0" fmla="*/ 42452 h 1372229"/>
              <a:gd name="csX1" fmla="*/ 41917 w 43486"/>
              <a:gd name="csY1" fmla="*/ 0 h 1372229"/>
              <a:gd name="csX2" fmla="*/ 41611 w 43486"/>
              <a:gd name="csY2" fmla="*/ 1372229 h 1372229"/>
              <a:gd name="csX3" fmla="*/ 0 w 43486"/>
              <a:gd name="csY3" fmla="*/ 1160483 h 1372229"/>
              <a:gd name="csX4" fmla="*/ 2483 w 43486"/>
              <a:gd name="csY4" fmla="*/ 42452 h 1372229"/>
              <a:gd name="csX0" fmla="*/ 2483 w 41935"/>
              <a:gd name="csY0" fmla="*/ 42452 h 1264174"/>
              <a:gd name="csX1" fmla="*/ 41917 w 41935"/>
              <a:gd name="csY1" fmla="*/ 0 h 1264174"/>
              <a:gd name="csX2" fmla="*/ 38385 w 41935"/>
              <a:gd name="csY2" fmla="*/ 1264174 h 1264174"/>
              <a:gd name="csX3" fmla="*/ 0 w 41935"/>
              <a:gd name="csY3" fmla="*/ 1160483 h 1264174"/>
              <a:gd name="csX4" fmla="*/ 2483 w 41935"/>
              <a:gd name="csY4" fmla="*/ 42452 h 1264174"/>
              <a:gd name="csX0" fmla="*/ 2483 w 41917"/>
              <a:gd name="csY0" fmla="*/ 42452 h 1264174"/>
              <a:gd name="csX1" fmla="*/ 41917 w 41917"/>
              <a:gd name="csY1" fmla="*/ 0 h 1264174"/>
              <a:gd name="csX2" fmla="*/ 38385 w 41917"/>
              <a:gd name="csY2" fmla="*/ 1264174 h 1264174"/>
              <a:gd name="csX3" fmla="*/ 0 w 41917"/>
              <a:gd name="csY3" fmla="*/ 1160483 h 1264174"/>
              <a:gd name="csX4" fmla="*/ 2483 w 41917"/>
              <a:gd name="csY4" fmla="*/ 42452 h 1264174"/>
              <a:gd name="csX0" fmla="*/ 2483 w 41970"/>
              <a:gd name="csY0" fmla="*/ 42452 h 1189367"/>
              <a:gd name="csX1" fmla="*/ 41917 w 41970"/>
              <a:gd name="csY1" fmla="*/ 0 h 1189367"/>
              <a:gd name="csX2" fmla="*/ 40401 w 41970"/>
              <a:gd name="csY2" fmla="*/ 1189367 h 1189367"/>
              <a:gd name="csX3" fmla="*/ 0 w 41970"/>
              <a:gd name="csY3" fmla="*/ 1160483 h 1189367"/>
              <a:gd name="csX4" fmla="*/ 2483 w 41970"/>
              <a:gd name="csY4" fmla="*/ 42452 h 1189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70" h="1189367">
                <a:moveTo>
                  <a:pt x="2483" y="42452"/>
                </a:moveTo>
                <a:cubicBezTo>
                  <a:pt x="15628" y="28301"/>
                  <a:pt x="27966" y="14151"/>
                  <a:pt x="41917" y="0"/>
                </a:cubicBezTo>
                <a:cubicBezTo>
                  <a:pt x="41912" y="793270"/>
                  <a:pt x="42422" y="387786"/>
                  <a:pt x="40401" y="1189367"/>
                </a:cubicBezTo>
                <a:lnTo>
                  <a:pt x="0" y="1160483"/>
                </a:lnTo>
                <a:cubicBezTo>
                  <a:pt x="2506" y="488708"/>
                  <a:pt x="-23" y="714227"/>
                  <a:pt x="2483" y="42452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1">
            <a:extLst>
              <a:ext uri="{FF2B5EF4-FFF2-40B4-BE49-F238E27FC236}">
                <a16:creationId xmlns:a16="http://schemas.microsoft.com/office/drawing/2014/main" id="{24BE902C-20CD-12B0-FB8F-DFEA0FF16419}"/>
              </a:ext>
            </a:extLst>
          </p:cNvPr>
          <p:cNvSpPr/>
          <p:nvPr/>
        </p:nvSpPr>
        <p:spPr>
          <a:xfrm>
            <a:off x="7874003" y="435363"/>
            <a:ext cx="904600" cy="1416584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  <a:gd name="csX0" fmla="*/ 5914 w 72256"/>
              <a:gd name="csY0" fmla="*/ 0 h 2394348"/>
              <a:gd name="csX1" fmla="*/ 48202 w 72256"/>
              <a:gd name="csY1" fmla="*/ 507229 h 2394348"/>
              <a:gd name="csX2" fmla="*/ 71901 w 72256"/>
              <a:gd name="csY2" fmla="*/ 2394348 h 2394348"/>
              <a:gd name="csX3" fmla="*/ 0 w 72256"/>
              <a:gd name="csY3" fmla="*/ 2361771 h 2394348"/>
              <a:gd name="csX4" fmla="*/ 5914 w 72256"/>
              <a:gd name="csY4" fmla="*/ 0 h 2394348"/>
              <a:gd name="csX0" fmla="*/ 5914 w 72273"/>
              <a:gd name="csY0" fmla="*/ 0 h 2394348"/>
              <a:gd name="csX1" fmla="*/ 49783 w 72273"/>
              <a:gd name="csY1" fmla="*/ 157035 h 2394348"/>
              <a:gd name="csX2" fmla="*/ 71901 w 72273"/>
              <a:gd name="csY2" fmla="*/ 2394348 h 2394348"/>
              <a:gd name="csX3" fmla="*/ 0 w 72273"/>
              <a:gd name="csY3" fmla="*/ 2361771 h 2394348"/>
              <a:gd name="csX4" fmla="*/ 5914 w 72273"/>
              <a:gd name="csY4" fmla="*/ 0 h 2394348"/>
              <a:gd name="csX0" fmla="*/ 2354 w 68713"/>
              <a:gd name="csY0" fmla="*/ 0 h 2394348"/>
              <a:gd name="csX1" fmla="*/ 46223 w 68713"/>
              <a:gd name="csY1" fmla="*/ 157035 h 2394348"/>
              <a:gd name="csX2" fmla="*/ 68341 w 68713"/>
              <a:gd name="csY2" fmla="*/ 2394348 h 2394348"/>
              <a:gd name="csX3" fmla="*/ 0 w 68713"/>
              <a:gd name="csY3" fmla="*/ 1427505 h 2394348"/>
              <a:gd name="csX4" fmla="*/ 2354 w 68713"/>
              <a:gd name="csY4" fmla="*/ 0 h 2394348"/>
              <a:gd name="csX0" fmla="*/ 2354 w 46223"/>
              <a:gd name="csY0" fmla="*/ 0 h 1468225"/>
              <a:gd name="csX1" fmla="*/ 46223 w 46223"/>
              <a:gd name="csY1" fmla="*/ 157035 h 1468225"/>
              <a:gd name="csX2" fmla="*/ 40297 w 46223"/>
              <a:gd name="csY2" fmla="*/ 1468225 h 1468225"/>
              <a:gd name="csX3" fmla="*/ 0 w 46223"/>
              <a:gd name="csY3" fmla="*/ 1427505 h 1468225"/>
              <a:gd name="csX4" fmla="*/ 2354 w 46223"/>
              <a:gd name="csY4" fmla="*/ 0 h 1468225"/>
              <a:gd name="csX0" fmla="*/ 2354 w 46223"/>
              <a:gd name="csY0" fmla="*/ 0 h 1427505"/>
              <a:gd name="csX1" fmla="*/ 46223 w 46223"/>
              <a:gd name="csY1" fmla="*/ 157035 h 1427505"/>
              <a:gd name="csX2" fmla="*/ 40692 w 46223"/>
              <a:gd name="csY2" fmla="*/ 1329777 h 1427505"/>
              <a:gd name="csX3" fmla="*/ 0 w 46223"/>
              <a:gd name="csY3" fmla="*/ 1427505 h 1427505"/>
              <a:gd name="csX4" fmla="*/ 2354 w 46223"/>
              <a:gd name="csY4" fmla="*/ 0 h 1427505"/>
              <a:gd name="csX0" fmla="*/ 527 w 44396"/>
              <a:gd name="csY0" fmla="*/ 0 h 1329777"/>
              <a:gd name="csX1" fmla="*/ 44396 w 44396"/>
              <a:gd name="csY1" fmla="*/ 157035 h 1329777"/>
              <a:gd name="csX2" fmla="*/ 38865 w 44396"/>
              <a:gd name="csY2" fmla="*/ 1329777 h 1329777"/>
              <a:gd name="csX3" fmla="*/ 2914 w 44396"/>
              <a:gd name="csY3" fmla="*/ 1118031 h 1329777"/>
              <a:gd name="csX4" fmla="*/ 527 w 44396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082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6352"/>
              <a:gd name="csY0" fmla="*/ 0 h 1329777"/>
              <a:gd name="csX1" fmla="*/ 46352 w 46352"/>
              <a:gd name="csY1" fmla="*/ 157035 h 1329777"/>
              <a:gd name="csX2" fmla="*/ 41611 w 46352"/>
              <a:gd name="csY2" fmla="*/ 1329777 h 1329777"/>
              <a:gd name="csX3" fmla="*/ 0 w 46352"/>
              <a:gd name="csY3" fmla="*/ 1118031 h 1329777"/>
              <a:gd name="csX4" fmla="*/ 2483 w 46352"/>
              <a:gd name="csY4" fmla="*/ 0 h 1329777"/>
              <a:gd name="csX0" fmla="*/ 2483 w 42812"/>
              <a:gd name="csY0" fmla="*/ 42452 h 1372229"/>
              <a:gd name="csX1" fmla="*/ 41917 w 42812"/>
              <a:gd name="csY1" fmla="*/ 0 h 1372229"/>
              <a:gd name="csX2" fmla="*/ 41611 w 42812"/>
              <a:gd name="csY2" fmla="*/ 1372229 h 1372229"/>
              <a:gd name="csX3" fmla="*/ 0 w 42812"/>
              <a:gd name="csY3" fmla="*/ 1160483 h 1372229"/>
              <a:gd name="csX4" fmla="*/ 2483 w 42812"/>
              <a:gd name="csY4" fmla="*/ 42452 h 1372229"/>
              <a:gd name="csX0" fmla="*/ 2483 w 43486"/>
              <a:gd name="csY0" fmla="*/ 42452 h 1372229"/>
              <a:gd name="csX1" fmla="*/ 41917 w 43486"/>
              <a:gd name="csY1" fmla="*/ 0 h 1372229"/>
              <a:gd name="csX2" fmla="*/ 41611 w 43486"/>
              <a:gd name="csY2" fmla="*/ 1372229 h 1372229"/>
              <a:gd name="csX3" fmla="*/ 0 w 43486"/>
              <a:gd name="csY3" fmla="*/ 1160483 h 1372229"/>
              <a:gd name="csX4" fmla="*/ 2483 w 43486"/>
              <a:gd name="csY4" fmla="*/ 42452 h 1372229"/>
              <a:gd name="csX0" fmla="*/ 2483 w 43486"/>
              <a:gd name="csY0" fmla="*/ 42452 h 1372229"/>
              <a:gd name="csX1" fmla="*/ 41917 w 43486"/>
              <a:gd name="csY1" fmla="*/ 0 h 1372229"/>
              <a:gd name="csX2" fmla="*/ 41611 w 43486"/>
              <a:gd name="csY2" fmla="*/ 1372229 h 1372229"/>
              <a:gd name="csX3" fmla="*/ 0 w 43486"/>
              <a:gd name="csY3" fmla="*/ 1160483 h 1372229"/>
              <a:gd name="csX4" fmla="*/ 2483 w 43486"/>
              <a:gd name="csY4" fmla="*/ 42452 h 1372229"/>
              <a:gd name="csX0" fmla="*/ 2483 w 41935"/>
              <a:gd name="csY0" fmla="*/ 42452 h 1264174"/>
              <a:gd name="csX1" fmla="*/ 41917 w 41935"/>
              <a:gd name="csY1" fmla="*/ 0 h 1264174"/>
              <a:gd name="csX2" fmla="*/ 38385 w 41935"/>
              <a:gd name="csY2" fmla="*/ 1264174 h 1264174"/>
              <a:gd name="csX3" fmla="*/ 0 w 41935"/>
              <a:gd name="csY3" fmla="*/ 1160483 h 1264174"/>
              <a:gd name="csX4" fmla="*/ 2483 w 41935"/>
              <a:gd name="csY4" fmla="*/ 42452 h 1264174"/>
              <a:gd name="csX0" fmla="*/ 2483 w 41917"/>
              <a:gd name="csY0" fmla="*/ 42452 h 1264174"/>
              <a:gd name="csX1" fmla="*/ 41917 w 41917"/>
              <a:gd name="csY1" fmla="*/ 0 h 1264174"/>
              <a:gd name="csX2" fmla="*/ 38385 w 41917"/>
              <a:gd name="csY2" fmla="*/ 1264174 h 1264174"/>
              <a:gd name="csX3" fmla="*/ 0 w 41917"/>
              <a:gd name="csY3" fmla="*/ 1160483 h 1264174"/>
              <a:gd name="csX4" fmla="*/ 2483 w 41917"/>
              <a:gd name="csY4" fmla="*/ 42452 h 1264174"/>
              <a:gd name="csX0" fmla="*/ 2483 w 41970"/>
              <a:gd name="csY0" fmla="*/ 42452 h 1189367"/>
              <a:gd name="csX1" fmla="*/ 41917 w 41970"/>
              <a:gd name="csY1" fmla="*/ 0 h 1189367"/>
              <a:gd name="csX2" fmla="*/ 40401 w 41970"/>
              <a:gd name="csY2" fmla="*/ 1189367 h 1189367"/>
              <a:gd name="csX3" fmla="*/ 0 w 41970"/>
              <a:gd name="csY3" fmla="*/ 1160483 h 1189367"/>
              <a:gd name="csX4" fmla="*/ 2483 w 41970"/>
              <a:gd name="csY4" fmla="*/ 42452 h 1189367"/>
              <a:gd name="csX0" fmla="*/ 447 w 39934"/>
              <a:gd name="csY0" fmla="*/ 42452 h 1189367"/>
              <a:gd name="csX1" fmla="*/ 39881 w 39934"/>
              <a:gd name="csY1" fmla="*/ 0 h 1189367"/>
              <a:gd name="csX2" fmla="*/ 38365 w 39934"/>
              <a:gd name="csY2" fmla="*/ 1189367 h 1189367"/>
              <a:gd name="csX3" fmla="*/ 4415 w 39934"/>
              <a:gd name="csY3" fmla="*/ 1160483 h 1189367"/>
              <a:gd name="csX4" fmla="*/ 447 w 39934"/>
              <a:gd name="csY4" fmla="*/ 42452 h 1189367"/>
              <a:gd name="csX0" fmla="*/ 4096 w 35519"/>
              <a:gd name="csY0" fmla="*/ 1585 h 1248244"/>
              <a:gd name="csX1" fmla="*/ 35466 w 35519"/>
              <a:gd name="csY1" fmla="*/ 58877 h 1248244"/>
              <a:gd name="csX2" fmla="*/ 33950 w 35519"/>
              <a:gd name="csY2" fmla="*/ 1248244 h 1248244"/>
              <a:gd name="csX3" fmla="*/ 0 w 35519"/>
              <a:gd name="csY3" fmla="*/ 1219360 h 1248244"/>
              <a:gd name="csX4" fmla="*/ 4096 w 35519"/>
              <a:gd name="csY4" fmla="*/ 1585 h 1248244"/>
              <a:gd name="csX0" fmla="*/ 4096 w 38692"/>
              <a:gd name="csY0" fmla="*/ 1585 h 1248244"/>
              <a:gd name="csX1" fmla="*/ 38692 w 38692"/>
              <a:gd name="csY1" fmla="*/ 58877 h 1248244"/>
              <a:gd name="csX2" fmla="*/ 33950 w 38692"/>
              <a:gd name="csY2" fmla="*/ 1248244 h 1248244"/>
              <a:gd name="csX3" fmla="*/ 0 w 38692"/>
              <a:gd name="csY3" fmla="*/ 1219360 h 1248244"/>
              <a:gd name="csX4" fmla="*/ 4096 w 38692"/>
              <a:gd name="csY4" fmla="*/ 1585 h 1248244"/>
              <a:gd name="csX0" fmla="*/ 4096 w 38692"/>
              <a:gd name="csY0" fmla="*/ 1585 h 1248244"/>
              <a:gd name="csX1" fmla="*/ 38692 w 38692"/>
              <a:gd name="csY1" fmla="*/ 58877 h 1248244"/>
              <a:gd name="csX2" fmla="*/ 33950 w 38692"/>
              <a:gd name="csY2" fmla="*/ 1248244 h 1248244"/>
              <a:gd name="csX3" fmla="*/ 0 w 38692"/>
              <a:gd name="csY3" fmla="*/ 1219360 h 1248244"/>
              <a:gd name="csX4" fmla="*/ 4096 w 38692"/>
              <a:gd name="csY4" fmla="*/ 1585 h 1248244"/>
              <a:gd name="csX0" fmla="*/ 4096 w 38692"/>
              <a:gd name="csY0" fmla="*/ 2395 h 1249054"/>
              <a:gd name="csX1" fmla="*/ 38692 w 38692"/>
              <a:gd name="csY1" fmla="*/ 59687 h 1249054"/>
              <a:gd name="csX2" fmla="*/ 33950 w 38692"/>
              <a:gd name="csY2" fmla="*/ 1249054 h 1249054"/>
              <a:gd name="csX3" fmla="*/ 0 w 38692"/>
              <a:gd name="csY3" fmla="*/ 1220170 h 1249054"/>
              <a:gd name="csX4" fmla="*/ 4096 w 38692"/>
              <a:gd name="csY4" fmla="*/ 2395 h 1249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92" h="1249054">
                <a:moveTo>
                  <a:pt x="4096" y="2395"/>
                </a:moveTo>
                <a:cubicBezTo>
                  <a:pt x="17241" y="-11756"/>
                  <a:pt x="25547" y="40590"/>
                  <a:pt x="38692" y="59687"/>
                </a:cubicBezTo>
                <a:cubicBezTo>
                  <a:pt x="35865" y="844645"/>
                  <a:pt x="35971" y="447473"/>
                  <a:pt x="33950" y="1249054"/>
                </a:cubicBezTo>
                <a:lnTo>
                  <a:pt x="0" y="1220170"/>
                </a:lnTo>
                <a:cubicBezTo>
                  <a:pt x="2506" y="548395"/>
                  <a:pt x="1590" y="674170"/>
                  <a:pt x="4096" y="2395"/>
                </a:cubicBez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1">
            <a:extLst>
              <a:ext uri="{FF2B5EF4-FFF2-40B4-BE49-F238E27FC236}">
                <a16:creationId xmlns:a16="http://schemas.microsoft.com/office/drawing/2014/main" id="{C3D95A3E-B68C-B93A-1421-968E9B5CCF63}"/>
              </a:ext>
            </a:extLst>
          </p:cNvPr>
          <p:cNvSpPr/>
          <p:nvPr/>
        </p:nvSpPr>
        <p:spPr>
          <a:xfrm rot="10800000">
            <a:off x="11341474" y="1407455"/>
            <a:ext cx="246888" cy="1914481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60" h="1688068">
                <a:moveTo>
                  <a:pt x="3568" y="92861"/>
                </a:moveTo>
                <a:lnTo>
                  <a:pt x="10560" y="0"/>
                </a:lnTo>
                <a:cubicBezTo>
                  <a:pt x="6523" y="801581"/>
                  <a:pt x="11177" y="886487"/>
                  <a:pt x="7140" y="1688068"/>
                </a:cubicBezTo>
                <a:lnTo>
                  <a:pt x="0" y="1407798"/>
                </a:lnTo>
                <a:cubicBezTo>
                  <a:pt x="2506" y="736023"/>
                  <a:pt x="1062" y="764636"/>
                  <a:pt x="3568" y="92861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1">
            <a:extLst>
              <a:ext uri="{FF2B5EF4-FFF2-40B4-BE49-F238E27FC236}">
                <a16:creationId xmlns:a16="http://schemas.microsoft.com/office/drawing/2014/main" id="{110D8E35-9F70-5D60-BFDD-3D2B4BE6F0DF}"/>
              </a:ext>
            </a:extLst>
          </p:cNvPr>
          <p:cNvSpPr/>
          <p:nvPr/>
        </p:nvSpPr>
        <p:spPr>
          <a:xfrm>
            <a:off x="7388141" y="1720401"/>
            <a:ext cx="1586162" cy="2607208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844" h="2298870">
                <a:moveTo>
                  <a:pt x="4358" y="198734"/>
                </a:moveTo>
                <a:lnTo>
                  <a:pt x="67844" y="0"/>
                </a:lnTo>
                <a:cubicBezTo>
                  <a:pt x="63807" y="801581"/>
                  <a:pt x="66091" y="1497289"/>
                  <a:pt x="62054" y="2298870"/>
                </a:cubicBezTo>
                <a:lnTo>
                  <a:pt x="0" y="2034889"/>
                </a:lnTo>
                <a:cubicBezTo>
                  <a:pt x="2506" y="1363114"/>
                  <a:pt x="1852" y="870509"/>
                  <a:pt x="4358" y="198734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1">
            <a:extLst>
              <a:ext uri="{FF2B5EF4-FFF2-40B4-BE49-F238E27FC236}">
                <a16:creationId xmlns:a16="http://schemas.microsoft.com/office/drawing/2014/main" id="{8AE0C113-57DA-350D-05CB-53020EE6C587}"/>
              </a:ext>
            </a:extLst>
          </p:cNvPr>
          <p:cNvSpPr/>
          <p:nvPr/>
        </p:nvSpPr>
        <p:spPr>
          <a:xfrm>
            <a:off x="9374904" y="895927"/>
            <a:ext cx="1764150" cy="2715492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  <a:gd name="csX0" fmla="*/ 3568 w 49671"/>
              <a:gd name="csY0" fmla="*/ 337182 h 1932389"/>
              <a:gd name="csX1" fmla="*/ 49671 w 49671"/>
              <a:gd name="csY1" fmla="*/ 0 h 1932389"/>
              <a:gd name="csX2" fmla="*/ 7140 w 49671"/>
              <a:gd name="csY2" fmla="*/ 1932389 h 1932389"/>
              <a:gd name="csX3" fmla="*/ 0 w 49671"/>
              <a:gd name="csY3" fmla="*/ 1652119 h 1932389"/>
              <a:gd name="csX4" fmla="*/ 3568 w 49671"/>
              <a:gd name="csY4" fmla="*/ 337182 h 1932389"/>
              <a:gd name="csX0" fmla="*/ 230 w 63716"/>
              <a:gd name="csY0" fmla="*/ 198734 h 1932389"/>
              <a:gd name="csX1" fmla="*/ 63716 w 63716"/>
              <a:gd name="csY1" fmla="*/ 0 h 1932389"/>
              <a:gd name="csX2" fmla="*/ 21185 w 63716"/>
              <a:gd name="csY2" fmla="*/ 1932389 h 1932389"/>
              <a:gd name="csX3" fmla="*/ 14045 w 63716"/>
              <a:gd name="csY3" fmla="*/ 1652119 h 1932389"/>
              <a:gd name="csX4" fmla="*/ 230 w 63716"/>
              <a:gd name="csY4" fmla="*/ 198734 h 1932389"/>
              <a:gd name="csX0" fmla="*/ 4358 w 67844"/>
              <a:gd name="csY0" fmla="*/ 198734 h 2034889"/>
              <a:gd name="csX1" fmla="*/ 67844 w 67844"/>
              <a:gd name="csY1" fmla="*/ 0 h 2034889"/>
              <a:gd name="csX2" fmla="*/ 25313 w 67844"/>
              <a:gd name="csY2" fmla="*/ 1932389 h 2034889"/>
              <a:gd name="csX3" fmla="*/ 0 w 67844"/>
              <a:gd name="csY3" fmla="*/ 2034889 h 2034889"/>
              <a:gd name="csX4" fmla="*/ 4358 w 67844"/>
              <a:gd name="csY4" fmla="*/ 198734 h 2034889"/>
              <a:gd name="csX0" fmla="*/ 4358 w 67844"/>
              <a:gd name="csY0" fmla="*/ 198734 h 2298870"/>
              <a:gd name="csX1" fmla="*/ 67844 w 67844"/>
              <a:gd name="csY1" fmla="*/ 0 h 2298870"/>
              <a:gd name="csX2" fmla="*/ 62054 w 67844"/>
              <a:gd name="csY2" fmla="*/ 2298870 h 2298870"/>
              <a:gd name="csX3" fmla="*/ 0 w 67844"/>
              <a:gd name="csY3" fmla="*/ 2034889 h 2298870"/>
              <a:gd name="csX4" fmla="*/ 4358 w 67844"/>
              <a:gd name="csY4" fmla="*/ 198734 h 2298870"/>
              <a:gd name="csX0" fmla="*/ 1956 w 67844"/>
              <a:gd name="csY0" fmla="*/ 0 h 2352823"/>
              <a:gd name="csX1" fmla="*/ 67844 w 67844"/>
              <a:gd name="csY1" fmla="*/ 53953 h 2352823"/>
              <a:gd name="csX2" fmla="*/ 62054 w 67844"/>
              <a:gd name="csY2" fmla="*/ 2352823 h 2352823"/>
              <a:gd name="csX3" fmla="*/ 0 w 67844"/>
              <a:gd name="csY3" fmla="*/ 2088842 h 2352823"/>
              <a:gd name="csX4" fmla="*/ 1956 w 67844"/>
              <a:gd name="csY4" fmla="*/ 0 h 2352823"/>
              <a:gd name="csX0" fmla="*/ 1956 w 71499"/>
              <a:gd name="csY0" fmla="*/ 0 h 2352823"/>
              <a:gd name="csX1" fmla="*/ 71499 w 71499"/>
              <a:gd name="csY1" fmla="*/ 130306 h 2352823"/>
              <a:gd name="csX2" fmla="*/ 62054 w 71499"/>
              <a:gd name="csY2" fmla="*/ 2352823 h 2352823"/>
              <a:gd name="csX3" fmla="*/ 0 w 71499"/>
              <a:gd name="csY3" fmla="*/ 2088842 h 2352823"/>
              <a:gd name="csX4" fmla="*/ 1956 w 71499"/>
              <a:gd name="csY4" fmla="*/ 0 h 2352823"/>
              <a:gd name="csX0" fmla="*/ 1956 w 71499"/>
              <a:gd name="csY0" fmla="*/ 0 h 2394348"/>
              <a:gd name="csX1" fmla="*/ 71499 w 71499"/>
              <a:gd name="csY1" fmla="*/ 130306 h 2394348"/>
              <a:gd name="csX2" fmla="*/ 67943 w 71499"/>
              <a:gd name="csY2" fmla="*/ 2394348 h 2394348"/>
              <a:gd name="csX3" fmla="*/ 0 w 71499"/>
              <a:gd name="csY3" fmla="*/ 2088842 h 2394348"/>
              <a:gd name="csX4" fmla="*/ 1956 w 71499"/>
              <a:gd name="csY4" fmla="*/ 0 h 2394348"/>
              <a:gd name="csX0" fmla="*/ 5914 w 75457"/>
              <a:gd name="csY0" fmla="*/ 0 h 2394348"/>
              <a:gd name="csX1" fmla="*/ 75457 w 75457"/>
              <a:gd name="csY1" fmla="*/ 130306 h 2394348"/>
              <a:gd name="csX2" fmla="*/ 71901 w 75457"/>
              <a:gd name="csY2" fmla="*/ 2394348 h 2394348"/>
              <a:gd name="csX3" fmla="*/ 0 w 75457"/>
              <a:gd name="csY3" fmla="*/ 2361771 h 2394348"/>
              <a:gd name="csX4" fmla="*/ 5914 w 75457"/>
              <a:gd name="csY4" fmla="*/ 0 h 23943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457" h="2394348">
                <a:moveTo>
                  <a:pt x="5914" y="0"/>
                </a:moveTo>
                <a:lnTo>
                  <a:pt x="75457" y="130306"/>
                </a:lnTo>
                <a:cubicBezTo>
                  <a:pt x="71420" y="931887"/>
                  <a:pt x="75938" y="1592767"/>
                  <a:pt x="71901" y="2394348"/>
                </a:cubicBezTo>
                <a:lnTo>
                  <a:pt x="0" y="2361771"/>
                </a:lnTo>
                <a:cubicBezTo>
                  <a:pt x="2506" y="1689996"/>
                  <a:pt x="3408" y="671775"/>
                  <a:pt x="5914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B91E12C4-51E5-D4C7-F38C-645F5BEA66A0}"/>
              </a:ext>
            </a:extLst>
          </p:cNvPr>
          <p:cNvSpPr/>
          <p:nvPr/>
        </p:nvSpPr>
        <p:spPr>
          <a:xfrm>
            <a:off x="7032508" y="2471759"/>
            <a:ext cx="246888" cy="1914481"/>
          </a:xfrm>
          <a:custGeom>
            <a:avLst/>
            <a:gdLst>
              <a:gd name="csX0" fmla="*/ 0 w 212437"/>
              <a:gd name="csY0" fmla="*/ 0 h 2207600"/>
              <a:gd name="csX1" fmla="*/ 212437 w 212437"/>
              <a:gd name="csY1" fmla="*/ 0 h 2207600"/>
              <a:gd name="csX2" fmla="*/ 212437 w 212437"/>
              <a:gd name="csY2" fmla="*/ 2207600 h 2207600"/>
              <a:gd name="csX3" fmla="*/ 0 w 212437"/>
              <a:gd name="csY3" fmla="*/ 2207600 h 2207600"/>
              <a:gd name="csX4" fmla="*/ 0 w 212437"/>
              <a:gd name="csY4" fmla="*/ 0 h 2207600"/>
              <a:gd name="csX0" fmla="*/ 101600 w 212437"/>
              <a:gd name="csY0" fmla="*/ 0 h 2364618"/>
              <a:gd name="csX1" fmla="*/ 212437 w 212437"/>
              <a:gd name="csY1" fmla="*/ 157018 h 2364618"/>
              <a:gd name="csX2" fmla="*/ 212437 w 212437"/>
              <a:gd name="csY2" fmla="*/ 2364618 h 2364618"/>
              <a:gd name="csX3" fmla="*/ 0 w 212437"/>
              <a:gd name="csY3" fmla="*/ 2364618 h 2364618"/>
              <a:gd name="csX4" fmla="*/ 101600 w 212437"/>
              <a:gd name="csY4" fmla="*/ 0 h 2364618"/>
              <a:gd name="csX0" fmla="*/ 101600 w 277092"/>
              <a:gd name="csY0" fmla="*/ 0 h 2364618"/>
              <a:gd name="csX1" fmla="*/ 277092 w 277092"/>
              <a:gd name="csY1" fmla="*/ 73891 h 2364618"/>
              <a:gd name="csX2" fmla="*/ 212437 w 277092"/>
              <a:gd name="csY2" fmla="*/ 2364618 h 2364618"/>
              <a:gd name="csX3" fmla="*/ 0 w 277092"/>
              <a:gd name="csY3" fmla="*/ 2364618 h 2364618"/>
              <a:gd name="csX4" fmla="*/ 101600 w 277092"/>
              <a:gd name="csY4" fmla="*/ 0 h 2364618"/>
              <a:gd name="csX0" fmla="*/ 36945 w 212437"/>
              <a:gd name="csY0" fmla="*/ 0 h 2364618"/>
              <a:gd name="csX1" fmla="*/ 212437 w 212437"/>
              <a:gd name="csY1" fmla="*/ 73891 h 2364618"/>
              <a:gd name="csX2" fmla="*/ 147782 w 212437"/>
              <a:gd name="csY2" fmla="*/ 2364618 h 2364618"/>
              <a:gd name="csX3" fmla="*/ 0 w 212437"/>
              <a:gd name="csY3" fmla="*/ 2198364 h 2364618"/>
              <a:gd name="csX4" fmla="*/ 36945 w 212437"/>
              <a:gd name="csY4" fmla="*/ 0 h 2364618"/>
              <a:gd name="csX0" fmla="*/ 73890 w 212437"/>
              <a:gd name="csY0" fmla="*/ 27709 h 2290727"/>
              <a:gd name="csX1" fmla="*/ 212437 w 212437"/>
              <a:gd name="csY1" fmla="*/ 0 h 2290727"/>
              <a:gd name="csX2" fmla="*/ 147782 w 212437"/>
              <a:gd name="csY2" fmla="*/ 2290727 h 2290727"/>
              <a:gd name="csX3" fmla="*/ 0 w 212437"/>
              <a:gd name="csY3" fmla="*/ 2124473 h 2290727"/>
              <a:gd name="csX4" fmla="*/ 73890 w 212437"/>
              <a:gd name="csY4" fmla="*/ 27709 h 2290727"/>
              <a:gd name="csX0" fmla="*/ 137890 w 212437"/>
              <a:gd name="csY0" fmla="*/ 0 h 2295595"/>
              <a:gd name="csX1" fmla="*/ 212437 w 212437"/>
              <a:gd name="csY1" fmla="*/ 4868 h 2295595"/>
              <a:gd name="csX2" fmla="*/ 147782 w 212437"/>
              <a:gd name="csY2" fmla="*/ 2295595 h 2295595"/>
              <a:gd name="csX3" fmla="*/ 0 w 212437"/>
              <a:gd name="csY3" fmla="*/ 2129341 h 2295595"/>
              <a:gd name="csX4" fmla="*/ 137890 w 212437"/>
              <a:gd name="csY4" fmla="*/ 0 h 2295595"/>
              <a:gd name="csX0" fmla="*/ 137890 w 159894"/>
              <a:gd name="csY0" fmla="*/ 109148 h 2404743"/>
              <a:gd name="csX1" fmla="*/ 159894 w 159894"/>
              <a:gd name="csY1" fmla="*/ 0 h 2404743"/>
              <a:gd name="csX2" fmla="*/ 147782 w 159894"/>
              <a:gd name="csY2" fmla="*/ 2404743 h 2404743"/>
              <a:gd name="csX3" fmla="*/ 0 w 159894"/>
              <a:gd name="csY3" fmla="*/ 2238489 h 2404743"/>
              <a:gd name="csX4" fmla="*/ 137890 w 159894"/>
              <a:gd name="csY4" fmla="*/ 109148 h 2404743"/>
              <a:gd name="csX0" fmla="*/ 0 w 22004"/>
              <a:gd name="csY0" fmla="*/ 109148 h 2404743"/>
              <a:gd name="csX1" fmla="*/ 22004 w 22004"/>
              <a:gd name="csY1" fmla="*/ 0 h 2404743"/>
              <a:gd name="csX2" fmla="*/ 9892 w 22004"/>
              <a:gd name="csY2" fmla="*/ 2404743 h 2404743"/>
              <a:gd name="csX3" fmla="*/ 777 w 22004"/>
              <a:gd name="csY3" fmla="*/ 2148905 h 2404743"/>
              <a:gd name="csX4" fmla="*/ 0 w 22004"/>
              <a:gd name="csY4" fmla="*/ 109148 h 2404743"/>
              <a:gd name="csX0" fmla="*/ 7519 w 21227"/>
              <a:gd name="csY0" fmla="*/ 133581 h 2404743"/>
              <a:gd name="csX1" fmla="*/ 21227 w 21227"/>
              <a:gd name="csY1" fmla="*/ 0 h 2404743"/>
              <a:gd name="csX2" fmla="*/ 9115 w 21227"/>
              <a:gd name="csY2" fmla="*/ 2404743 h 2404743"/>
              <a:gd name="csX3" fmla="*/ 0 w 21227"/>
              <a:gd name="csY3" fmla="*/ 2148905 h 2404743"/>
              <a:gd name="csX4" fmla="*/ 7519 w 21227"/>
              <a:gd name="csY4" fmla="*/ 133581 h 2404743"/>
              <a:gd name="csX0" fmla="*/ 7914 w 21622"/>
              <a:gd name="csY0" fmla="*/ 13358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7914 w 21622"/>
              <a:gd name="csY4" fmla="*/ 133581 h 2404743"/>
              <a:gd name="csX0" fmla="*/ 11074 w 21622"/>
              <a:gd name="csY0" fmla="*/ 92861 h 2404743"/>
              <a:gd name="csX1" fmla="*/ 21622 w 21622"/>
              <a:gd name="csY1" fmla="*/ 0 h 2404743"/>
              <a:gd name="csX2" fmla="*/ 9510 w 21622"/>
              <a:gd name="csY2" fmla="*/ 2404743 h 2404743"/>
              <a:gd name="csX3" fmla="*/ 0 w 21622"/>
              <a:gd name="csY3" fmla="*/ 2051177 h 2404743"/>
              <a:gd name="csX4" fmla="*/ 11074 w 21622"/>
              <a:gd name="csY4" fmla="*/ 92861 h 2404743"/>
              <a:gd name="csX0" fmla="*/ 11074 w 24782"/>
              <a:gd name="csY0" fmla="*/ 52141 h 2364023"/>
              <a:gd name="csX1" fmla="*/ 24782 w 24782"/>
              <a:gd name="csY1" fmla="*/ 0 h 2364023"/>
              <a:gd name="csX2" fmla="*/ 9510 w 24782"/>
              <a:gd name="csY2" fmla="*/ 2364023 h 2364023"/>
              <a:gd name="csX3" fmla="*/ 0 w 24782"/>
              <a:gd name="csY3" fmla="*/ 2010457 h 2364023"/>
              <a:gd name="csX4" fmla="*/ 11074 w 24782"/>
              <a:gd name="csY4" fmla="*/ 52141 h 2364023"/>
              <a:gd name="csX0" fmla="*/ 8309 w 22017"/>
              <a:gd name="csY0" fmla="*/ 5214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8309 w 22017"/>
              <a:gd name="csY4" fmla="*/ 52141 h 2364023"/>
              <a:gd name="csX0" fmla="*/ 15025 w 22017"/>
              <a:gd name="csY0" fmla="*/ 182445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5025 w 22017"/>
              <a:gd name="csY4" fmla="*/ 182445 h 2364023"/>
              <a:gd name="csX0" fmla="*/ 16210 w 22017"/>
              <a:gd name="csY0" fmla="*/ 92861 h 2364023"/>
              <a:gd name="csX1" fmla="*/ 22017 w 22017"/>
              <a:gd name="csY1" fmla="*/ 0 h 2364023"/>
              <a:gd name="csX2" fmla="*/ 6745 w 22017"/>
              <a:gd name="csY2" fmla="*/ 2364023 h 2364023"/>
              <a:gd name="csX3" fmla="*/ 0 w 22017"/>
              <a:gd name="csY3" fmla="*/ 1977881 h 2364023"/>
              <a:gd name="csX4" fmla="*/ 16210 w 22017"/>
              <a:gd name="csY4" fmla="*/ 92861 h 2364023"/>
              <a:gd name="csX0" fmla="*/ 16210 w 22017"/>
              <a:gd name="csY0" fmla="*/ 92861 h 1977881"/>
              <a:gd name="csX1" fmla="*/ 22017 w 22017"/>
              <a:gd name="csY1" fmla="*/ 0 h 1977881"/>
              <a:gd name="csX2" fmla="*/ 19782 w 22017"/>
              <a:gd name="csY2" fmla="*/ 1688068 h 1977881"/>
              <a:gd name="csX3" fmla="*/ 0 w 22017"/>
              <a:gd name="csY3" fmla="*/ 1977881 h 1977881"/>
              <a:gd name="csX4" fmla="*/ 16210 w 22017"/>
              <a:gd name="csY4" fmla="*/ 92861 h 1977881"/>
              <a:gd name="csX0" fmla="*/ 16210 w 23202"/>
              <a:gd name="csY0" fmla="*/ 92861 h 1977881"/>
              <a:gd name="csX1" fmla="*/ 23202 w 23202"/>
              <a:gd name="csY1" fmla="*/ 0 h 1977881"/>
              <a:gd name="csX2" fmla="*/ 19782 w 23202"/>
              <a:gd name="csY2" fmla="*/ 1688068 h 1977881"/>
              <a:gd name="csX3" fmla="*/ 0 w 23202"/>
              <a:gd name="csY3" fmla="*/ 1977881 h 1977881"/>
              <a:gd name="csX4" fmla="*/ 16210 w 23202"/>
              <a:gd name="csY4" fmla="*/ 92861 h 1977881"/>
              <a:gd name="csX0" fmla="*/ 4358 w 11350"/>
              <a:gd name="csY0" fmla="*/ 92861 h 1688068"/>
              <a:gd name="csX1" fmla="*/ 11350 w 11350"/>
              <a:gd name="csY1" fmla="*/ 0 h 1688068"/>
              <a:gd name="csX2" fmla="*/ 7930 w 11350"/>
              <a:gd name="csY2" fmla="*/ 1688068 h 1688068"/>
              <a:gd name="csX3" fmla="*/ 0 w 11350"/>
              <a:gd name="csY3" fmla="*/ 1318214 h 1688068"/>
              <a:gd name="csX4" fmla="*/ 4358 w 11350"/>
              <a:gd name="csY4" fmla="*/ 92861 h 1688068"/>
              <a:gd name="csX0" fmla="*/ 3568 w 10560"/>
              <a:gd name="csY0" fmla="*/ 92861 h 1688068"/>
              <a:gd name="csX1" fmla="*/ 10560 w 10560"/>
              <a:gd name="csY1" fmla="*/ 0 h 1688068"/>
              <a:gd name="csX2" fmla="*/ 7140 w 10560"/>
              <a:gd name="csY2" fmla="*/ 1688068 h 1688068"/>
              <a:gd name="csX3" fmla="*/ 0 w 10560"/>
              <a:gd name="csY3" fmla="*/ 1407798 h 1688068"/>
              <a:gd name="csX4" fmla="*/ 3568 w 10560"/>
              <a:gd name="csY4" fmla="*/ 92861 h 1688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60" h="1688068">
                <a:moveTo>
                  <a:pt x="3568" y="92861"/>
                </a:moveTo>
                <a:lnTo>
                  <a:pt x="10560" y="0"/>
                </a:lnTo>
                <a:cubicBezTo>
                  <a:pt x="6523" y="801581"/>
                  <a:pt x="11177" y="886487"/>
                  <a:pt x="7140" y="1688068"/>
                </a:cubicBezTo>
                <a:lnTo>
                  <a:pt x="0" y="1407798"/>
                </a:lnTo>
                <a:cubicBezTo>
                  <a:pt x="2506" y="736023"/>
                  <a:pt x="1062" y="764636"/>
                  <a:pt x="3568" y="92861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70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D75AA1-97F2-60A8-2ED5-28D701F5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016664-6100-E27A-A245-3DF1D8E8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756CA7-6238-8659-2F3A-1FE456C8A4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74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5CE5-C0BF-0A3A-AC69-6249ADA5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F75059-A59A-5C82-054B-107465F9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BDFCC7-41DF-A8E1-8AAE-1F43B13B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621F277-2943-728A-E5E2-6AD72BBCB1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45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1905-941C-B5FC-DBDE-ECD626CA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E2ECC-151A-53DE-6EB1-51171C2D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1676EB-2395-A35D-5C0F-136E2372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456C4C-3420-EE85-8884-8E3F536701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739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5F3329E-3BE3-9DE8-0A9B-A94A0DFA9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4A7AAA8-AA9F-7910-5C46-0BC058D87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E19DBC4-7D58-F960-9473-1AA480638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858CA13-7315-4560-E989-30B74A61D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C7BDD4D-C255-349C-9F55-414D503E01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8BBF261-ADB0-125A-F0FD-DF64D3E4F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CE6537A-7BE1-A7F8-D035-8379152377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7819EF5-71D6-DFD2-735B-B72386DF31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3982AC5-FB07-AC73-C2A5-4F93AFC462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079B9A19-460A-529A-DDA6-1F311D7916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1F74306-8957-FDAA-00AE-6E16F10CDB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FFE59D06-6CEC-897A-D9EF-FEEBB1C1C2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524000"/>
            <a:ext cx="3810000" cy="381000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A7C9242-AD95-C62A-56A1-54BE76E28E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B05E32CC-FAB4-E0F0-29C4-3D3BCC1CDE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0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4593</TotalTime>
  <Words>5</Words>
  <Application>Microsoft Office PowerPoint</Application>
  <PresentationFormat>ワイド画面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UDP明朝 Medium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s_honma8@outlook.jp</dc:creator>
  <cp:lastModifiedBy>s_honma8@outlook.jp</cp:lastModifiedBy>
  <cp:revision>2</cp:revision>
  <dcterms:created xsi:type="dcterms:W3CDTF">2026-05-09T08:13:07Z</dcterms:created>
  <dcterms:modified xsi:type="dcterms:W3CDTF">2026-05-13T22:42:13Z</dcterms:modified>
</cp:coreProperties>
</file>